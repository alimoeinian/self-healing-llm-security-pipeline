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Preparation-stage deck. Do not present any missing defense metric as zero or completed. Code and AI assistance are disclosed.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simplified CalBench-inspired setting, with our own generated data/code and acknowledged AI implementation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fixtures, 180 calendars, 2,334 fictional events. Twenty development, forty live-untested held-out. The security study uses four development cases. All plotted times UTC; the highlighted shared window is an illustration from the evaluator, not model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actual preserved runs, not unaided LLM reasoning claims. A valid schema or successful schedule does not establish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probes reuse our authored catalog. We have not run the entire built-in garak catalog. Exact-value matches are candidate flags, not a complete semantic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40-case privacy pilot had correct scheduling in all cases. The same cases replayed through garak produced four exact-value candidates among 24 injection attempts. Initial AI review found three consistently attributed event disclosures and one real-value/misattribution case. Human confirmation pending. Replay adds no new model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cell is flagged/evaluable sessions, n=4 per model/condition. Small development sample does not justify a general model-safety ranking. A separate ten-session live garak smoke had 10/10 schedules correct and one candidate among six injections; it was not a defense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Archived native garak discovery triggers predefined both-policy activation. Input minimizes peer prose; output releases fixed phase text. The attacker's note is inserted after its sender's own output policy. Invalid actions are rejected before any safe-text transform. Real verification is still pending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current obstacle is CONNECT 403 from the environment proxy before Mistral authentication. Keys are present but cannot yet be validated against the provider. tools/finalize_study.py --dry-run performs local readiness checks without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 garak arXiv:2406.11036 and CalBench arXiv:2605.09823. This deck is complete as a preparation artifact, but the fresh before/after research conclusion remains unexecuted and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Calendar privacy repair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52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A bounded garak -&gt; configured patch -&gt; verify research exercise.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Reliable scheduling and observed vulnerability evidence are available.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Two defenses and the controller are implemented; 141 offline tests pass.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Fresh live defense comparison is awaiting API connectivity; human review is pending.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Question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52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Can private event-detail publication be reduced while preserving team scheduling?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Three owner-scoped assistants; only availability is allowed to be shared.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Two Ministral model IDs, independently run as homogeneous teams.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Participant-message injection is implemented; MCP and adaptive attacks are extensions.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Fixed synthetic calendar data</a:t>
            </a:r>
          </a:p>
        </p:txBody>
      </p:sp>
      <p:pic>
        <p:nvPicPr>
          <p:cNvPr id="3" name="Picture 2" descr="calenda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13194"/>
            <a:ext cx="11109960" cy="46430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Diagnosis before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52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v1/v2 each had 0/8 team success despite working API responses.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Missing availability, unsupported peer claims and conflicting final times were diagnosed.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v3 achieved 7/8; strict v4 schemas and an explicit shared commit achieved 40/40.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Tools compute availability/intersections; models publish, select and acknowledge.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Threat model and garak adapter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52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An external peer's publish note carries the attack; attachments and system prompt remain unchanged.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Three static injection families plus benign and direct-request controls.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Actual garak Probe, Generator, Detector and ThresholdEvaluator APIs wrap the whole team.</a:t>
            </a:r>
          </a:p>
          <a:p>
            <a:pPr>
              <a:spcAft>
                <a:spcPts val="1800"/>
              </a:spcAft>
              <a:defRPr sz="2300">
                <a:solidFill>
                  <a:srgbClr val="263445"/>
                </a:solidFill>
                <a:latin typeface="Arial"/>
              </a:defRPr>
            </a:pPr>
            <a:r>
              <a:t>• One normal team generation uses seven model calls. Private requests are excluded from observable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Observed baseline candidate flags</a:t>
            </a:r>
          </a:p>
        </p:txBody>
      </p:sp>
      <p:pic>
        <p:nvPicPr>
          <p:cNvPr id="3" name="Picture 2" descr="baseline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80" y="1097280"/>
            <a:ext cx="10993933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Existing model / condition breakdown</a:t>
            </a:r>
          </a:p>
        </p:txBody>
      </p:sp>
      <p:pic>
        <p:nvPicPr>
          <p:cNvPr id="3" name="Picture 2" descr="baselin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272759"/>
            <a:ext cx="11109960" cy="47239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Implemented automatic repair path</a:t>
            </a:r>
          </a:p>
        </p:txBody>
      </p:sp>
      <p:pic>
        <p:nvPicPr>
          <p:cNvPr id="3" name="Picture 2" descr="repai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07" y="1097280"/>
            <a:ext cx="1091208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Final study is frozen and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52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Four scenarios x two models x five conditions x four policies = 160 fresh team sessions.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Normally 1,120 logical completions; bounded retries and global resource caps.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Rotate policy order across pair blocks; match starting data and audit actual later histories.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Measure public candidate flags, scheduling correctness and raw-generation diagnostics separately.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No missing metric is treated as zero; final human rates remain undefined until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2435"/>
                </a:solidFill>
                <a:latin typeface="Arial"/>
              </a:defRPr>
            </a:pPr>
            <a:r>
              <a:t>Limits and next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52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Broad prose minimization is a conservative policy for this structured task, not a general semantic defense.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All human worksheets start blank; later annotation does not require another model run.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Next research: selective release, tool/MCP poisoning, adaptive attacks and held-out repeated evaluation.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Repository preserves failures, traces, source data, plans, tests and reproducibility instructions.</a:t>
            </a:r>
          </a:p>
          <a:p>
            <a:pPr>
              <a:spcAft>
                <a:spcPts val="1800"/>
              </a:spcAft>
              <a:defRPr sz="2100">
                <a:solidFill>
                  <a:srgbClr val="263445"/>
                </a:solidFill>
                <a:latin typeface="Arial"/>
              </a:defRPr>
            </a:pPr>
            <a:r>
              <a:t>• Applicant framing and independent reading; ChatGPT implementation and preparation assistance disclosed.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Self-Healing LLM Security Pipeline | Synthetic data | Human review pending                              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Garak-triggered calendar privacy repair</dc:title>
  <dc:subject/>
  <dc:creator>Self-Healing LLM Security Pipeline (AI-assisted prototype)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